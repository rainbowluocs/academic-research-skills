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figure01_c_title.svg" ContentType="image/svg+xml"/>
  <Override PartName="/ppt/media/figure02_c_problem.svg" ContentType="image/svg+xml"/>
  <Override PartName="/ppt/media/figure03_c_gap.svg" ContentType="image/svg+xml"/>
  <Override PartName="/ppt/media/figure04_c_overview.svg" ContentType="image/svg+xml"/>
  <Override PartName="/ppt/media/figure05_c_supervision.svg" ContentType="image/svg+xml"/>
  <Override PartName="/ppt/media/figure06_c_optimization.svg" ContentType="image/svg+xml"/>
  <Override PartName="/ppt/media/figure07_c_evidence.svg" ContentType="image/svg+xml"/>
  <Override PartName="/ppt/media/figure08_c_takeaway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figure01_c_title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figure02_c_problem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figure03_c_gap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figure04_c_overview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figure05_c_supervision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figure06_c_optimization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figure07_c_evidence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figure08_c_takeaway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figure01_c_titl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95750" y="3562350"/>
            <a:ext cx="4000500" cy="19050"/>
          </a:xfrm>
          <a:prstGeom prst="rect">
            <a:avLst/>
          </a:prstGeom>
          <a:solidFill>
            <a:srgbClr val="5A8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838700" y="4972050"/>
            <a:ext cx="2514600" cy="400050"/>
          </a:xfrm>
          <a:prstGeom prst="roundRect">
            <a:avLst>
              <a:gd name="adj" fmla="val 50000"/>
            </a:avLst>
          </a:prstGeom>
          <a:noFill/>
          <a:ln w="17145">
            <a:solidFill>
              <a:srgbClr val="7FA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0" y="1866900"/>
            <a:ext cx="12192000" cy="7620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4650" b="1">
                <a:solidFill>
                  <a:srgbClr val="FFFFFF"/>
                </a:solidFill>
                <a:latin typeface="Calibri"/>
              </a:rPr>
              <a:t>VCM: Vision Concept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724150"/>
            <a:ext cx="12192000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2325" b="1">
                <a:solidFill>
                  <a:srgbClr val="BBD3EA"/>
                </a:solidFill>
                <a:latin typeface="Calibri"/>
              </a:rPr>
              <a:t>Adaptive Vision Token Compression via Instruction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810000"/>
            <a:ext cx="12192000" cy="3238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Run Luo · Renke Shan · Longze Chen · Ziqiang Liu · Lu Wang · Min Yang · Xiaobo Xia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191000"/>
            <a:ext cx="12192000" cy="2857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1200" b="0">
                <a:solidFill>
                  <a:srgbClr val="A9C6E2"/>
                </a:solidFill>
                <a:latin typeface="Calibri"/>
              </a:rPr>
              <a:t>SIAT, Chinese Academy of Sciences · UCAS · National University of Singapore · USTC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8700" y="4972050"/>
            <a:ext cx="2514600" cy="4000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1275" b="1">
                <a:solidFill>
                  <a:srgbClr val="FFFFFF"/>
                </a:solidFill>
                <a:latin typeface="Calibri"/>
              </a:rPr>
              <a:t>arXiv:2504.19627v2 [cs.CL]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2_c_problem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The bottleneck — LVLMs still read every image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The answer needs </a:t>
            </a:r>
            <a:r>
              <a:rPr sz="2100" b="1">
                <a:solidFill>
                  <a:srgbClr val="C00000"/>
                </a:solidFill>
                <a:latin typeface="Calibri"/>
              </a:rPr>
              <a:t>a concept</a:t>
            </a:r>
            <a:r>
              <a:rPr sz="2100" b="1">
                <a:solidFill>
                  <a:srgbClr val="004282"/>
                </a:solidFill>
                <a:latin typeface="Calibri"/>
              </a:rPr>
              <a:t>; the model pays for </a:t>
            </a:r>
            <a:r>
              <a:rPr sz="2100" b="1">
                <a:solidFill>
                  <a:srgbClr val="C00000"/>
                </a:solidFill>
                <a:latin typeface="Calibri"/>
              </a:rPr>
              <a:t>the whole image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Figure 1 and Appendix D of the paper.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3_c_gap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Compression is not yet concept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A vision concept model must decide </a:t>
            </a:r>
            <a:r>
              <a:rPr sz="2100" b="1">
                <a:solidFill>
                  <a:srgbClr val="C00000"/>
                </a:solidFill>
                <a:latin typeface="Calibri"/>
              </a:rPr>
              <a:t>how many</a:t>
            </a:r>
            <a:r>
              <a:rPr sz="2100" b="1">
                <a:solidFill>
                  <a:srgbClr val="004282"/>
                </a:solidFill>
                <a:latin typeface="Calibri"/>
              </a:rPr>
              <a:t>, </a:t>
            </a:r>
            <a:r>
              <a:rPr sz="2100" b="1">
                <a:solidFill>
                  <a:srgbClr val="C00000"/>
                </a:solidFill>
                <a:latin typeface="Calibri"/>
              </a:rPr>
              <a:t>which</a:t>
            </a:r>
            <a:r>
              <a:rPr sz="2100" b="1">
                <a:solidFill>
                  <a:srgbClr val="004282"/>
                </a:solidFill>
                <a:latin typeface="Calibri"/>
              </a:rPr>
              <a:t>, and </a:t>
            </a:r>
            <a:r>
              <a:rPr sz="2100" b="1">
                <a:solidFill>
                  <a:srgbClr val="C00000"/>
                </a:solidFill>
                <a:latin typeface="Calibri"/>
              </a:rPr>
              <a:t>where</a:t>
            </a:r>
            <a:r>
              <a:rPr sz="2100" b="1">
                <a:solidFill>
                  <a:srgbClr val="004282"/>
                </a:solidFill>
                <a:latin typeface="Calibri"/>
              </a:rPr>
              <a:t> — from the instruction.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Sections 1, 2, and 5.1 of the paper.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4_c_overview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VCM — one model, two training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Use the text prior to set a budget, then </a:t>
            </a:r>
            <a:r>
              <a:rPr sz="2100" b="1">
                <a:solidFill>
                  <a:srgbClr val="C00000"/>
                </a:solidFill>
                <a:latin typeface="Calibri"/>
              </a:rPr>
              <a:t>align tokens into concepts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 3 and Figure 3(a) of the paper.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5_c_supervision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Self-supervision — the instruction tells us what vision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Keywords provide the signal; masking creates the contrast; </a:t>
            </a:r>
            <a:r>
              <a:rPr sz="2100" b="1">
                <a:solidFill>
                  <a:srgbClr val="C00000"/>
                </a:solidFill>
                <a:latin typeface="Calibri"/>
              </a:rPr>
              <a:t>no concept labels are required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Sections 3.1–3.3 and Figures 2–4 of the paper.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6_c_optimization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Optimization — learn variable-length concepts without choosing a 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Forward–backward sums every alignment, then adjacent kept tokens </a:t>
            </a:r>
            <a:r>
              <a:rPr sz="2100" b="1">
                <a:solidFill>
                  <a:srgbClr val="C00000"/>
                </a:solidFill>
                <a:latin typeface="Calibri"/>
              </a:rPr>
              <a:t>merge into concepts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Sections 3.3–3.4, Appendix C, Table 6, and Algorithm 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7_c_evidenc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Core evidence — less computation, no performance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At 144 tokens VCM beats the 576-token baseline; at S = 1/4 it uses </a:t>
            </a:r>
            <a:r>
              <a:rPr sz="2100" b="1">
                <a:solidFill>
                  <a:srgbClr val="C00000"/>
                </a:solidFill>
                <a:latin typeface="Calibri"/>
              </a:rPr>
              <a:t>85% fewer FLOPs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Tables 1 and 10; Appendix 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8_c_takeaway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What VCM changes — efficiency, representation, and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Model the concepts the instruction </a:t>
            </a:r>
            <a:r>
              <a:rPr sz="2100" b="1">
                <a:solidFill>
                  <a:srgbClr val="C00000"/>
                </a:solidFill>
                <a:latin typeface="Calibri"/>
              </a:rPr>
              <a:t>needs</a:t>
            </a:r>
            <a:r>
              <a:rPr sz="2100" b="1">
                <a:solidFill>
                  <a:srgbClr val="004282"/>
                </a:solidFill>
                <a:latin typeface="Calibri"/>
              </a:rPr>
              <a:t> — not every token the image </a:t>
            </a:r>
            <a:r>
              <a:rPr sz="2100" b="1">
                <a:solidFill>
                  <a:srgbClr val="C00000"/>
                </a:solidFill>
                <a:latin typeface="Calibri"/>
              </a:rPr>
              <a:t>has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Run Luo, Renke Shan, Longze Chen, Ziqiang Liu, Lu Wang, Min Yang, Xiaobo Xia. VCM: Vision Concept Modeling with Adaptive Vision Token Compression via Instruction Fine-Tuning. arXiv:2504.19627v2,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